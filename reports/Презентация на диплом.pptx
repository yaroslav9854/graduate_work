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4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615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170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52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52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80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676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40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05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62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838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871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893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708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272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3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4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BDBC412-9F14-4FB4-962C-9B4A091C4CE6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D1DD48A-55F4-46D5-8A02-AAA350D6E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041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Тестирование главной страницы сайта «Альфа центр здоровья»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dirty="0" smtClean="0"/>
              <a:t>Ученик: Шубин Ярослав Алексеевич</a:t>
            </a:r>
          </a:p>
          <a:p>
            <a:pPr algn="l"/>
            <a:r>
              <a:rPr lang="ru-RU" dirty="0" smtClean="0"/>
              <a:t>Название группы: </a:t>
            </a:r>
            <a:r>
              <a:rPr lang="en-US" dirty="0" smtClean="0"/>
              <a:t>QA - 51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6954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Немного информации о себе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smtClean="0"/>
              <a:t>Компьютеры сегодня – это модно.</a:t>
            </a:r>
          </a:p>
          <a:p>
            <a:endParaRPr lang="ru-RU" dirty="0" smtClean="0"/>
          </a:p>
          <a:p>
            <a:r>
              <a:rPr lang="ru-RU" dirty="0" smtClean="0"/>
              <a:t>Я поступил в Радиотехнический колледж и закончил его успешно.</a:t>
            </a:r>
          </a:p>
          <a:p>
            <a:endParaRPr lang="ru-RU" dirty="0"/>
          </a:p>
          <a:p>
            <a:r>
              <a:rPr lang="ru-RU" dirty="0" smtClean="0"/>
              <a:t>Компьютерные знания будут всё ещё актуальны через 20 – 30 лет.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57568" y="2348508"/>
            <a:ext cx="5490417" cy="431912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031" y="5108419"/>
            <a:ext cx="3131004" cy="164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9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 и задач</a:t>
            </a:r>
            <a:r>
              <a:rPr lang="ru-RU" dirty="0"/>
              <a:t>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Цель: </a:t>
            </a:r>
          </a:p>
          <a:p>
            <a:r>
              <a:rPr lang="ru-RU" dirty="0" smtClean="0"/>
              <a:t>Провести тестирование функциональности главной страницы сайта.</a:t>
            </a:r>
          </a:p>
          <a:p>
            <a:r>
              <a:rPr lang="ru-RU" dirty="0" smtClean="0"/>
              <a:t>Задачи:</a:t>
            </a:r>
          </a:p>
          <a:p>
            <a:r>
              <a:rPr lang="ru-RU" dirty="0" smtClean="0"/>
              <a:t>1. Проведение ручного тестирования (составление тест-плана, чек-листа, тест кейсов)</a:t>
            </a:r>
          </a:p>
          <a:p>
            <a:r>
              <a:rPr lang="ru-RU" dirty="0" smtClean="0"/>
              <a:t>2. Проведение автоматизированного тестирования (написание </a:t>
            </a:r>
            <a:r>
              <a:rPr lang="ru-RU" dirty="0" err="1" smtClean="0"/>
              <a:t>автотестов</a:t>
            </a:r>
            <a:r>
              <a:rPr lang="ru-RU" dirty="0" smtClean="0"/>
              <a:t>)</a:t>
            </a:r>
          </a:p>
          <a:p>
            <a:r>
              <a:rPr lang="ru-RU" dirty="0" smtClean="0"/>
              <a:t>3. Проведение </a:t>
            </a:r>
            <a:r>
              <a:rPr lang="ru-RU" dirty="0" err="1" smtClean="0"/>
              <a:t>кроссбраузерного</a:t>
            </a:r>
            <a:r>
              <a:rPr lang="ru-RU" dirty="0" smtClean="0"/>
              <a:t> и </a:t>
            </a:r>
            <a:r>
              <a:rPr lang="ru-RU" dirty="0" err="1" smtClean="0"/>
              <a:t>юзабилити</a:t>
            </a:r>
            <a:r>
              <a:rPr lang="ru-RU" dirty="0" smtClean="0"/>
              <a:t> тестирования</a:t>
            </a:r>
          </a:p>
          <a:p>
            <a:r>
              <a:rPr lang="ru-RU" dirty="0" smtClean="0"/>
              <a:t>4. Документирования найденных дефектов</a:t>
            </a:r>
          </a:p>
          <a:p>
            <a:r>
              <a:rPr lang="ru-RU" dirty="0" smtClean="0"/>
              <a:t>5. Подготовка итогового отчета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2957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Используемые инструменты и окружение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18308368"/>
              </p:ext>
            </p:extLst>
          </p:nvPr>
        </p:nvGraphicFramePr>
        <p:xfrm>
          <a:off x="1155700" y="2603500"/>
          <a:ext cx="482441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07"/>
                <a:gridCol w="241220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Компонент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Версия или название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smtClean="0"/>
              <a:t>Окружение:</a:t>
            </a:r>
          </a:p>
          <a:p>
            <a:r>
              <a:rPr lang="en-US" dirty="0" smtClean="0"/>
              <a:t>URL</a:t>
            </a:r>
            <a:r>
              <a:rPr lang="ru-RU" dirty="0" smtClean="0"/>
              <a:t>: </a:t>
            </a:r>
          </a:p>
          <a:p>
            <a:r>
              <a:rPr lang="en-US" dirty="0" smtClean="0"/>
              <a:t>OC:</a:t>
            </a:r>
            <a:endParaRPr lang="ru-RU" dirty="0" smtClean="0"/>
          </a:p>
          <a:p>
            <a:r>
              <a:rPr lang="ru-RU" smtClean="0"/>
              <a:t>Разрешение экрана: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185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Интеллект- карта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Будет добавлена позже.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16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Ручное тестирование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1228" y="1588570"/>
            <a:ext cx="4825157" cy="749565"/>
          </a:xfrm>
        </p:spPr>
        <p:txBody>
          <a:bodyPr/>
          <a:lstStyle/>
          <a:p>
            <a:r>
              <a:rPr lang="ru-RU" dirty="0" smtClean="0"/>
              <a:t>Чек - лист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1228" y="3056271"/>
            <a:ext cx="5533860" cy="3801729"/>
          </a:xfrm>
          <a:prstGeom prst="rect">
            <a:avLst/>
          </a:prstGeom>
        </p:spPr>
      </p:pic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208712" y="1216241"/>
            <a:ext cx="4825159" cy="1473693"/>
          </a:xfrm>
        </p:spPr>
        <p:txBody>
          <a:bodyPr/>
          <a:lstStyle/>
          <a:p>
            <a:r>
              <a:rPr lang="ru-RU" dirty="0" smtClean="0"/>
              <a:t>Тест - кейс</a:t>
            </a:r>
            <a:endParaRPr lang="ru-RU" dirty="0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08712" y="3429000"/>
            <a:ext cx="5834972" cy="32821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1228" y="2306706"/>
            <a:ext cx="5533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Получившееся количество составило 97 шт.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217590" y="2651196"/>
            <a:ext cx="575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Всего было создано 23 тест – кейса.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1834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Автоматизированное тестирование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Общее количество 23 шт.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smtClean="0"/>
              <a:t>Прохождение 100%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Скорость загрузки главной страницы </a:t>
            </a:r>
            <a:r>
              <a:rPr lang="en-US" dirty="0"/>
              <a:t>~</a:t>
            </a:r>
            <a:r>
              <a:rPr lang="ru-RU" dirty="0" smtClean="0"/>
              <a:t> 30 с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383089" y="3179762"/>
            <a:ext cx="6521866" cy="36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5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Кроссбраузерное</a:t>
            </a:r>
            <a:r>
              <a:rPr lang="ru-RU" dirty="0" smtClean="0"/>
              <a:t> тестирование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Юзабилити</a:t>
            </a:r>
            <a:r>
              <a:rPr lang="ru-RU" dirty="0" smtClean="0"/>
              <a:t> тестирование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Мобильное устройство</a:t>
            </a:r>
            <a:r>
              <a:rPr lang="en-US" dirty="0" smtClean="0"/>
              <a:t> </a:t>
            </a:r>
            <a:r>
              <a:rPr lang="en-US" dirty="0"/>
              <a:t>iPhone 12 </a:t>
            </a:r>
            <a:r>
              <a:rPr lang="en-US" dirty="0" smtClean="0"/>
              <a:t>Pro</a:t>
            </a:r>
            <a:r>
              <a:rPr lang="ru-RU" dirty="0" smtClean="0"/>
              <a:t> </a:t>
            </a:r>
            <a:endParaRPr lang="en-US" dirty="0" smtClean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928286"/>
            <a:ext cx="1943370" cy="39297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43063" y="26735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183085" y="2858197"/>
            <a:ext cx="433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Планшет: </a:t>
            </a:r>
            <a:r>
              <a:rPr lang="en-US" dirty="0"/>
              <a:t>iPad </a:t>
            </a:r>
            <a:r>
              <a:rPr lang="en-US" dirty="0" smtClean="0"/>
              <a:t>PRO</a:t>
            </a:r>
            <a:r>
              <a:rPr lang="ru-RU" dirty="0" smtClean="0"/>
              <a:t> 11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006" y="2180379"/>
            <a:ext cx="3178323" cy="440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1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Ион (конференц-зал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Ион (конференц-зал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 (конференц-зал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78</TotalTime>
  <Words>182</Words>
  <Application>Microsoft Office PowerPoint</Application>
  <PresentationFormat>Широкоэкранный</PresentationFormat>
  <Paragraphs>40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Ион (конференц-зал)</vt:lpstr>
      <vt:lpstr>Тестирование главной страницы сайта «Альфа центр здоровья»</vt:lpstr>
      <vt:lpstr>Немного информации о себе</vt:lpstr>
      <vt:lpstr>Цели и задачи</vt:lpstr>
      <vt:lpstr>Используемые инструменты и окружение</vt:lpstr>
      <vt:lpstr>Интеллект- карта</vt:lpstr>
      <vt:lpstr>Ручное тестирование</vt:lpstr>
      <vt:lpstr>Автоматизированное тестирование</vt:lpstr>
      <vt:lpstr>Кроссбраузерное тестирование</vt:lpstr>
      <vt:lpstr>Юзабилити тестирование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Тестирование главной страницы сайта «Альфа центр здоровья»</dc:title>
  <dc:creator>Учетная запись Майкрософт</dc:creator>
  <cp:lastModifiedBy>Учетная запись Майкрософт</cp:lastModifiedBy>
  <cp:revision>11</cp:revision>
  <dcterms:created xsi:type="dcterms:W3CDTF">2026-04-12T12:06:46Z</dcterms:created>
  <dcterms:modified xsi:type="dcterms:W3CDTF">2026-04-14T17:59:47Z</dcterms:modified>
</cp:coreProperties>
</file>